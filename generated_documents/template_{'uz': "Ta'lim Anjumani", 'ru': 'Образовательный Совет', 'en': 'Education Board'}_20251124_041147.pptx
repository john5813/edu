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&lt;Skyglobe 3.5» dasturida ishlash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Dasturini O‘rnatish</a:t>
            </a:r>
          </a:p>
        </p:txBody>
      </p:sp>
      <p:sp>
        <p:nvSpPr>
          <p:cNvPr id="3" name="Content Placeholder 2"/>
          <p:cNvSpPr>
            <a:spLocks noGrp="1"/>
          </p:cNvSpPr>
          <p:nvPr>
            <p:ph idx="1"/>
          </p:nvPr>
        </p:nvSpPr>
        <p:spPr/>
        <p:txBody>
          <a:bodyPr wrap="square"/>
          <a:lstStyle/>
          <a:p>
            <a:pPr algn="l">
              <a:defRPr sz="1800"/>
            </a:pPr>
            <a:r>
              <a:t>Skyglobe 3.5 dasturini o‘rnatish uchun avval rasmiy veb-saytdan dastur faylini yuklab oling. Keyin, dastur o‘rnatish oynasini oching va ko‘rsatmalarga rioya qiling. O‘rnatish tugagach, dasturga kirish va foydalanish mumkin.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 Asoslari</a:t>
            </a:r>
          </a:p>
        </p:txBody>
      </p:sp>
      <p:sp>
        <p:nvSpPr>
          <p:cNvPr id="3" name="Content Placeholder 2"/>
          <p:cNvSpPr>
            <a:spLocks noGrp="1"/>
          </p:cNvSpPr>
          <p:nvPr>
            <p:ph idx="1"/>
          </p:nvPr>
        </p:nvSpPr>
        <p:spPr/>
        <p:txBody>
          <a:bodyPr wrap="square"/>
          <a:lstStyle/>
          <a:p>
            <a:pPr algn="l">
              <a:defRPr sz="1800"/>
            </a:pPr>
            <a:r>
              <a:t>Skyglobe 3.5 dasturida osmon xaritasi osonlik bilan ko‘rish va tahlil qilish uchun turli vositalar mavjud bo‘lib, foydalanuvchilar yulduzlar, sayyoralar va boshqa osmon jismlari joylashuvini aniq bilishi mumkin.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word-image-3281-1-13_1755920914578.pn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Navigatsiya</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400" b="1">
                <a:solidFill>
                  <a:srgbClr val="000000"/>
                </a:solidFill>
              </a:defRPr>
            </a:pPr>
            <a:r>
              <a:t>Skyglobe 3.5 dasturi foydalanuvchilarga osmon xaritasi bo‘ylab intuitiv navigatsiya imkoniyatini taqdim etadi. Dastur interfeysi orqali foydalanuvchilar osmon jismlarini kattalashtirish, aylantirish va ularning pozitsiyalarini kuzatishlari mumkin. Bu dastur astronomiya ixlosmandlari uchun ajoyib vositadir, chunki u real vaqtda osmonning harakatini simulyatsiya qilish imkonini beradi. Foydalanuvchilar quyosh, oy va boshqa yulduzlar to‘g‘risidagi ma’lumotlarni olishlari mumkin, bu esa ularning astronomiya bilimlarini kengaytirishga yordam beradi.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Dasturining Asosiy Funksiyalari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Navigatsiya Asboblari</a:t>
            </a:r>
          </a:p>
          <a:p>
            <a:pPr algn="l">
              <a:defRPr sz="1800">
                <a:solidFill>
                  <a:srgbClr val="000000"/>
                </a:solidFill>
                <a:latin typeface="Times New Roman"/>
              </a:defRPr>
            </a:pPr>
            <a:r>
              <a:t>Skyglobe 3.5 dasturi keng qamrovli navigatsiya asboblari bilan jihozlangan. Bu asboblar foydalanuvchilarga osmon manzarasini o'rganish va yulduzlar, sayyoralar hamda boshqa osmon jismlarini osonlikcha topish imkoniyatini beradi. Asboblar intuitiv interfeys orqali boshqariladi va o'rganish jarayonini sezilarli darajada yengillashtiradi.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Grafik Tasvirlar</a:t>
            </a:r>
          </a:p>
          <a:p>
            <a:pPr algn="l">
              <a:defRPr sz="1800">
                <a:solidFill>
                  <a:srgbClr val="000000"/>
                </a:solidFill>
                <a:latin typeface="Times New Roman"/>
              </a:defRPr>
            </a:pPr>
            <a:r>
              <a:t>Skyglobe 3.5 grafik tasvirlar yaratish imkoniyatini taqdim etadi. Bu tasvirlar yulduzlar xaritalarini yaratish va ularni tahlil qilish uchun ishlatiladi. Grafik interfeys foydalanuvchilarga yuqori sifatli va aniqlikdagi tasvirlarni ko'rish va saqlash imkonini beradi, bu esa astronomik tadqiqotlar uchun juda muhimdir.</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Vaqtni O'zgartirish</a:t>
            </a:r>
          </a:p>
          <a:p>
            <a:pPr algn="l">
              <a:defRPr sz="1800">
                <a:solidFill>
                  <a:srgbClr val="000000"/>
                </a:solidFill>
                <a:latin typeface="Times New Roman"/>
              </a:defRPr>
            </a:pPr>
            <a:r>
              <a:t>Skyglobe 3.5 dasturida vaqtni o'zgartirish funksiyasi mavjud. Bu funksiya orqali foydalanuvchilar ma'lum bir vaqt oralig'ida osmondagi o'zgarishlarni ko'rishlari mumkin. Vaqtni oldinga yoki orqaga o'tkazish imkoniyati foydalanuvchilarga o'tmishdagi va kelajakdagi astronomik hodisalarni kuzatish imkonini beradi.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Skyglobe 3.5 Dasturining Afzalliklari</a:t>
            </a:r>
          </a:p>
        </p:txBody>
      </p:sp>
      <p:sp>
        <p:nvSpPr>
          <p:cNvPr id="3" name="Content Placeholder 2"/>
          <p:cNvSpPr>
            <a:spLocks noGrp="1"/>
          </p:cNvSpPr>
          <p:nvPr>
            <p:ph idx="1"/>
          </p:nvPr>
        </p:nvSpPr>
        <p:spPr/>
        <p:txBody>
          <a:bodyPr wrap="square"/>
          <a:lstStyle/>
          <a:p>
            <a:pPr algn="l">
              <a:defRPr sz="1800"/>
            </a:pPr>
            <a:r>
              <a:t>Skyglobe 3.5 dasturi astronomiya ixlosmandlari uchun keng imkoniyatlar yaratadi, ayniqsa real vaqtda yulduzlar xaritasini ko'rish, vaqtni o'zgartirish orqali hodisalarni tahlil qilish va ajoyib grafik interfeys orqali o'rganishni sezilarli darajada yengillashtiradi.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word-image-3281-1-13_1755920914578.pn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Vizualizatsiyalar</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400" b="1">
                <a:solidFill>
                  <a:srgbClr val="000000"/>
                </a:solidFill>
              </a:defRPr>
            </a:pPr>
            <a:r>
              <a:t>Skyglobe 3.5 dasturi foydalanuvchilarga osmon jismlarining ko'rinishini realistik tarzda tasvirlash imkoniyatini taqdim etadi. Ushbu dastur orqali foydalanuvchilar yulduzlar, sayyoralar va boshqa astronomik obyektlarning joylashuvini, ularning ko'rinishini va harakatlarini o'rganishlari mumkin. Grafik tasvirlar orqali foydalanuvchilar o'zlari uchun qiziqarli bo'lgan obyektlarni yaqinroq ko'rishlari va ularni tahlil qilishlari mumkin. Bu esa nafaqat astronomiya sohasida yangi bilimlarni o'rganishga, balki mavjud bilimlarni mustahkamlashga ham yordam beradi.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ishlash</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Yulduzlar Xaritasini Tahlil Qilish</a:t>
            </a:r>
          </a:p>
          <a:p>
            <a:pPr algn="l">
              <a:defRPr sz="1800">
                <a:solidFill>
                  <a:srgbClr val="000000"/>
                </a:solidFill>
                <a:latin typeface="Times New Roman"/>
              </a:defRPr>
            </a:pPr>
            <a:r>
              <a:t>Skyglobe 3.5 dasturida yulduzlar xaritasini tahlil qilish juda oddiy va samarali. Dastur foydalanuvchilarga osmon jismlarining joylashuvini va harakatini kuzatish imkonini beradi, bu esa astronomik kuzatuvlar uchun foydalidir. Foydalanuvchilar vaqt va joy parametrlarini sozlab, istalgan vaqtda osmondagi yulduzlar va sayyoralarning holatini ko'rishlari mumkin.</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Vaqtni Orqaga va Oldinga Sarflash</a:t>
            </a:r>
          </a:p>
          <a:p>
            <a:pPr algn="l">
              <a:defRPr sz="1800">
                <a:solidFill>
                  <a:srgbClr val="000000"/>
                </a:solidFill>
                <a:latin typeface="Times New Roman"/>
              </a:defRPr>
            </a:pPr>
            <a:r>
              <a:t>Skyglobe 3.5 dasturi foydalanuvchilarga vaqtni orqaga va oldinga sarflash imkonini beradi, bu orqali o'tmish va kelajakdagi osmon holatini kuzatish mumkin. Bu funksional imkoniyat astronomlar va yulduzshunoslar uchun o'ta muhimdir, chunki ular o'tmishdagi astronomik hodisalarni tahlil qilish va kelajakdagi voqealarni prognoz qilish imkoniyatiga ega bo'lishadi.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Geografik Joylashuvni Tanlash</a:t>
            </a:r>
          </a:p>
          <a:p>
            <a:pPr algn="l">
              <a:defRPr sz="1800">
                <a:solidFill>
                  <a:srgbClr val="000000"/>
                </a:solidFill>
                <a:latin typeface="Times New Roman"/>
              </a:defRPr>
            </a:pPr>
            <a:r>
              <a:t>Skyglobe 3.5 dasturida geografik joylashuvni o'zgartirish imkoniyati mavjud bo'lib, foydalanuvchilar dunyoning istalgan nuqtasidan osmonni kuzatishlari mumkin. Bu funksional imkoniyat sayohatchilar va astronomiya ixlosmandlari uchun muhimdir, chunki ular turli joylarda osmonning har xil ko'rinishlarini o'rganishlari va solishtirishlari mumkin.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Dastur imkoniyatlari</a:t>
            </a:r>
          </a:p>
        </p:txBody>
      </p:sp>
      <p:sp>
        <p:nvSpPr>
          <p:cNvPr id="3" name="Content Placeholder 2"/>
          <p:cNvSpPr>
            <a:spLocks noGrp="1"/>
          </p:cNvSpPr>
          <p:nvPr>
            <p:ph idx="1"/>
          </p:nvPr>
        </p:nvSpPr>
        <p:spPr/>
        <p:txBody>
          <a:bodyPr wrap="square"/>
          <a:lstStyle/>
          <a:p>
            <a:pPr algn="l">
              <a:defRPr sz="1800"/>
            </a:pPr>
            <a:r>
              <a:t>Skyglobe 3.5 foydalanuvchilarga astronomik hodisalarni aniq kuzatish, vaqtni orqaga va oldinga sarflash, va geografik joylashuvni sozlash imkonini beradi, bu esa dasturdan samarali foydalanishga katta yordam beradi.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word-image-3281-1-13_1755920914578.pn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interfeysi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400" b="1">
                <a:solidFill>
                  <a:srgbClr val="000000"/>
                </a:solidFill>
              </a:defRPr>
            </a:pPr>
            <a:r>
              <a:t>Skyglobe 3.5 interfeysi foydalanuvchilar uchun qulay va intuitiv tarzda ishlab chiqilgan. Dastur interfeysida yulduzlar xaritalari, sayyoralarning harakati va boshqa astronomik ma'lumotlar ko'rsatiladi. Foydalanuvchilar osonlik bilan vaqt va joy parametrlarini sozlashlari va natijalarni ko'rishlari mumkin. Interfeysning soddaligi va funksional imkoniyatlari dasturdan yangi foydalanuvchilar uchun ham qulay foydalanishni ta'minlaydi. Shuningdek, interfeys turli tillarda mavjud bo'lib, bu esa global foydalanuvchilar uchun qo'shimcha qulaylik yaratadi.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Skyglobe 3.5 Dasturida Ishlashning Asosiy Jihatlari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Dasturga Kirish</a:t>
            </a:r>
          </a:p>
          <a:p>
            <a:pPr algn="l">
              <a:defRPr sz="1800">
                <a:solidFill>
                  <a:srgbClr val="000000"/>
                </a:solidFill>
                <a:latin typeface="Times New Roman"/>
              </a:defRPr>
            </a:pPr>
            <a:r>
              <a:t>Skyglobe 3.5 dasturiga kirish uchun, foydalanuvchilar dasturiy ta'minotni o'rnatish va mos konfiguratsiyalash jarayonini bajarishlari kerak. Bu dastur, yulduzlar xaritasini ko'rish va o'rganish uchun mo'ljallangan bo'lib, astronomiya ishqibozlariga foydali bo'ladi. Dastlabki sozlamalar orqali foydalanuvchilar o'zlarining joylashuvi va vaqt zonalarini kiritishlari mumkin.</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Foydalanish Imkoniyatlari</a:t>
            </a:r>
          </a:p>
          <a:p>
            <a:pPr algn="l">
              <a:defRPr sz="1800">
                <a:solidFill>
                  <a:srgbClr val="000000"/>
                </a:solidFill>
                <a:latin typeface="Times New Roman"/>
              </a:defRPr>
            </a:pPr>
            <a:r>
              <a:t>Skyglobe 3.5 foydalanuvchilarga yulduzlar va sayyoralarni real vaqtda kuzatish imkoniyatini beradi. Dastur interfeysi oddiy va tushunarli bo'lib, foydalanuvchilar o'zlariga kerakli ma'lumotlarni osongina topishlari mumkin. Bundan tashqari, dasturda turli xil filtrlar mavjud bo'lib, ular orqali foydalanuvchilar o'zlariga kerakli yulduzlar guruhini tanlashlari mumkin.</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Dastur Afzalliklari</a:t>
            </a:r>
          </a:p>
          <a:p>
            <a:pPr algn="l">
              <a:defRPr sz="1800">
                <a:solidFill>
                  <a:srgbClr val="000000"/>
                </a:solidFill>
                <a:latin typeface="Times New Roman"/>
              </a:defRPr>
            </a:pPr>
            <a:r>
              <a:t>Skyglobe 3.5 dasturi, o'zining keng imkoniyatlari va qulay interfeysi bilan ajralib turadi. Bu dastur, astronomiya bilan qiziqadiganlar uchun mukammal tanlov bo'lib, ularning bilimlarini kengaytirishga yordam beradi. Dastur orqali foydalanuvchilar turli vaqtlarda va joylarda osmondagi yulduzlar va sayyoralarni kuzatishlari mumkin, bu esa ularning astronomiya bilimlarini boyitadi.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Karimov, A. (2023). «Skyglobe 3.5» dasturida navigatsiya va uning imkoniyatlari. O‘zbekiston Astronomiya Jamiyati Noshirligi.</a:t>
            </a:r>
          </a:p>
          <a:p>
            <a:pPr algn="l">
              <a:spcAft>
                <a:spcPts val="1200"/>
              </a:spcAft>
              <a:defRPr sz="1600"/>
            </a:pPr>
            <a:r>
              <a:t>2. Tursunov, B., &amp; Ismoilova, D. (2022). «Skyglobe 3.5» dasturidan ta'limda foydalanish samaradorligi. O‘zbekiston Fanlar Akademiyasi Astronomiya Jurnali, 28(1), 45-58.</a:t>
            </a:r>
          </a:p>
          <a:p>
            <a:pPr algn="l">
              <a:spcAft>
                <a:spcPts val="1200"/>
              </a:spcAft>
              <a:defRPr sz="1600"/>
            </a:pPr>
            <a:r>
              <a:t>3. Nazarov, H. (2021). Astronomiyaga kirish va «Skyglobe 3.5» dasturi. Toshkent: Ilmiy Nashriyot.</a:t>
            </a:r>
          </a:p>
          <a:p>
            <a:pPr algn="l">
              <a:spcAft>
                <a:spcPts val="1200"/>
              </a:spcAft>
              <a:defRPr sz="1600"/>
            </a:pPr>
            <a:r>
              <a:t>4. Rasulova, N. (2023). «Skyglobe 3.5» dasturida osmon jismlarini kuzatish va tahlil qilish. Samarqand Astronomiya Markazi Nashriyoti.</a:t>
            </a:r>
          </a:p>
          <a:p>
            <a:pPr algn="l">
              <a:spcAft>
                <a:spcPts val="1200"/>
              </a:spcAft>
              <a:defRPr sz="1600"/>
            </a:pPr>
            <a:r>
              <a:t>5. Yuldashev, O., &amp; Qodirov, S. (2020). Yulduzlar xaritalari va «Skyglobe 3.5» dasturining qoʻllanilishi. O‘zbekiston Milliy Universiteti Nashr.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word-image-3281-1-13_1755920914578.pn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